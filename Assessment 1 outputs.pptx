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27" autoAdjust="0"/>
    <p:restoredTop sz="94660"/>
  </p:normalViewPr>
  <p:slideViewPr>
    <p:cSldViewPr snapToGrid="0">
      <p:cViewPr varScale="1">
        <p:scale>
          <a:sx n="80" d="100"/>
          <a:sy n="80" d="100"/>
        </p:scale>
        <p:origin x="6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D3081-097D-492E-8C97-6EAFC991F913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76FAD-F933-4F76-BE69-79D509D0C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834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D3081-097D-492E-8C97-6EAFC991F913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76FAD-F933-4F76-BE69-79D509D0C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704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D3081-097D-492E-8C97-6EAFC991F913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76FAD-F933-4F76-BE69-79D509D0C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831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D3081-097D-492E-8C97-6EAFC991F913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76FAD-F933-4F76-BE69-79D509D0C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879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D3081-097D-492E-8C97-6EAFC991F913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76FAD-F933-4F76-BE69-79D509D0C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512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D3081-097D-492E-8C97-6EAFC991F913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76FAD-F933-4F76-BE69-79D509D0C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685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D3081-097D-492E-8C97-6EAFC991F913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76FAD-F933-4F76-BE69-79D509D0C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309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D3081-097D-492E-8C97-6EAFC991F913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76FAD-F933-4F76-BE69-79D509D0C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482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D3081-097D-492E-8C97-6EAFC991F913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76FAD-F933-4F76-BE69-79D509D0C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6279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D3081-097D-492E-8C97-6EAFC991F913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76FAD-F933-4F76-BE69-79D509D0C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698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D3081-097D-492E-8C97-6EAFC991F913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76FAD-F933-4F76-BE69-79D509D0C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0536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D3081-097D-492E-8C97-6EAFC991F913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76FAD-F933-4F76-BE69-79D509D0CB4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46108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D3081-097D-492E-8C97-6EAFC991F913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76FAD-F933-4F76-BE69-79D509D0C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6904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D3081-097D-492E-8C97-6EAFC991F913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76FAD-F933-4F76-BE69-79D509D0C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8625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D3081-097D-492E-8C97-6EAFC991F913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76FAD-F933-4F76-BE69-79D509D0C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8067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D3081-097D-492E-8C97-6EAFC991F913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76FAD-F933-4F76-BE69-79D509D0C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8642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D3081-097D-492E-8C97-6EAFC991F913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76FAD-F933-4F76-BE69-79D509D0C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0452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4CBD3081-097D-492E-8C97-6EAFC991F913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C576FAD-F933-4F76-BE69-79D509D0C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9850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F36F3-751E-4894-8447-A21E4DF7C59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Assessment 1: Coding Exercise</a:t>
            </a:r>
            <a:br>
              <a:rPr lang="en-US"/>
            </a:br>
            <a:r>
              <a:rPr lang="en-US" b="1"/>
              <a:t>OUTPUTS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8FC153-3BBA-4DBD-950B-A192E16E354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Josh Louis R. Contreras CCL4</a:t>
            </a:r>
          </a:p>
        </p:txBody>
      </p:sp>
    </p:spTree>
    <p:extLst>
      <p:ext uri="{BB962C8B-B14F-4D97-AF65-F5344CB8AC3E}">
        <p14:creationId xmlns:p14="http://schemas.microsoft.com/office/powerpoint/2010/main" val="2417840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212C7-9AF0-4D4A-943F-31204E262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#1st Exercise: Coding is Cool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BB6CDD-CFFB-46AF-A41D-ADE85D98BF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2677039"/>
            <a:ext cx="10353675" cy="2169085"/>
          </a:xfrm>
        </p:spPr>
      </p:pic>
    </p:spTree>
    <p:extLst>
      <p:ext uri="{BB962C8B-B14F-4D97-AF65-F5344CB8AC3E}">
        <p14:creationId xmlns:p14="http://schemas.microsoft.com/office/powerpoint/2010/main" val="1755111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212C7-9AF0-4D4A-943F-31204E262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#2nd Exercise: Simple Sums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D3F3808-6C1D-4DE1-88C0-AA925A5F91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2043828"/>
            <a:ext cx="10353675" cy="3435507"/>
          </a:xfrm>
        </p:spPr>
      </p:pic>
    </p:spTree>
    <p:extLst>
      <p:ext uri="{BB962C8B-B14F-4D97-AF65-F5344CB8AC3E}">
        <p14:creationId xmlns:p14="http://schemas.microsoft.com/office/powerpoint/2010/main" val="783779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212C7-9AF0-4D4A-943F-31204E262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	Exercise 3: Biography 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0EF5DA0-A821-4774-8C77-F992E8164A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9823" y="2058364"/>
            <a:ext cx="8862828" cy="3406435"/>
          </a:xfrm>
        </p:spPr>
      </p:pic>
    </p:spTree>
    <p:extLst>
      <p:ext uri="{BB962C8B-B14F-4D97-AF65-F5344CB8AC3E}">
        <p14:creationId xmlns:p14="http://schemas.microsoft.com/office/powerpoint/2010/main" val="17537406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212C7-9AF0-4D4A-943F-31204E262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#Exericse 4: Not so primitive quiz!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7D703CF0-361D-431A-9A9D-6377FADB0D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68943" y="2352125"/>
            <a:ext cx="6407566" cy="3371850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0B5022-E00C-4EC7-93F8-BF58FF7482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462" y="1485900"/>
            <a:ext cx="2790814" cy="501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012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212C7-9AF0-4D4A-943F-31204E262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#5 Exercise: Days in a month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03CE6E5-4229-4BF2-A4B2-96D6D2CBEE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3795" y="2438776"/>
            <a:ext cx="10393386" cy="1980448"/>
          </a:xfrm>
        </p:spPr>
      </p:pic>
    </p:spTree>
    <p:extLst>
      <p:ext uri="{BB962C8B-B14F-4D97-AF65-F5344CB8AC3E}">
        <p14:creationId xmlns:p14="http://schemas.microsoft.com/office/powerpoint/2010/main" val="2729658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212C7-9AF0-4D4A-943F-31204E262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#6 </a:t>
            </a:r>
            <a:r>
              <a:rPr lang="fr-FR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Exercise</a:t>
            </a:r>
            <a:r>
              <a:rPr lang="fr-F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: Brute Force Attack!</a:t>
            </a:r>
            <a:endParaRPr lang="fr-F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386B2E2-88D2-4231-8F45-FEF7373801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1874896"/>
            <a:ext cx="10353675" cy="3773371"/>
          </a:xfrm>
        </p:spPr>
      </p:pic>
    </p:spTree>
    <p:extLst>
      <p:ext uri="{BB962C8B-B14F-4D97-AF65-F5344CB8AC3E}">
        <p14:creationId xmlns:p14="http://schemas.microsoft.com/office/powerpoint/2010/main" val="646476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212C7-9AF0-4D4A-943F-31204E262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#6 </a:t>
            </a:r>
            <a:r>
              <a:rPr lang="fr-FR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Exercise</a:t>
            </a:r>
            <a:r>
              <a:rPr lang="fr-FR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: Brute Force Attack!</a:t>
            </a:r>
            <a:endParaRPr lang="fr-F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386B2E2-88D2-4231-8F45-FEF7373801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400" y="1874896"/>
            <a:ext cx="10353675" cy="3773371"/>
          </a:xfrm>
        </p:spPr>
      </p:pic>
    </p:spTree>
    <p:extLst>
      <p:ext uri="{BB962C8B-B14F-4D97-AF65-F5344CB8AC3E}">
        <p14:creationId xmlns:p14="http://schemas.microsoft.com/office/powerpoint/2010/main" val="2047474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212C7-9AF0-4D4A-943F-31204E262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#7 Exercise: Some Counting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6DB33D5-DE98-4AA3-AC66-8C8429E4F2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2805" y="1580050"/>
            <a:ext cx="2901620" cy="479471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19C614B-8DC7-47F3-9E12-89ACFA230C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5904" y="1580050"/>
            <a:ext cx="3685805" cy="47947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FBFB5BD-C46F-4FF8-8E92-507CAB2244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7589" y="1580050"/>
            <a:ext cx="4539846" cy="47947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A509A57-1BD1-40FB-B5DA-CE24145C178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9686" y="1580050"/>
            <a:ext cx="3211413" cy="4806556"/>
          </a:xfrm>
          <a:prstGeom prst="rect">
            <a:avLst/>
          </a:prstGeom>
        </p:spPr>
      </p:pic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E56A3A9-7A6E-4F67-AB1F-89E3F77367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2517" y="1751500"/>
            <a:ext cx="2825947" cy="4059237"/>
          </a:xfrm>
        </p:spPr>
      </p:pic>
    </p:spTree>
    <p:extLst>
      <p:ext uri="{BB962C8B-B14F-4D97-AF65-F5344CB8AC3E}">
        <p14:creationId xmlns:p14="http://schemas.microsoft.com/office/powerpoint/2010/main" val="11930198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212C7-9AF0-4D4A-943F-31204E262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#Exercise 8: Search for Sam</a:t>
            </a:r>
            <a:endParaRPr 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F897E1B-0C22-47ED-9060-0FA9CCF425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2564" y="2292083"/>
            <a:ext cx="8526871" cy="2273833"/>
          </a:xfrm>
        </p:spPr>
      </p:pic>
    </p:spTree>
    <p:extLst>
      <p:ext uri="{BB962C8B-B14F-4D97-AF65-F5344CB8AC3E}">
        <p14:creationId xmlns:p14="http://schemas.microsoft.com/office/powerpoint/2010/main" val="3511403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FA5B3AE-A244-4754-9A15-48E8699DA1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7542" y="1672937"/>
            <a:ext cx="7756915" cy="3512126"/>
          </a:xfrm>
        </p:spPr>
      </p:pic>
    </p:spTree>
    <p:extLst>
      <p:ext uri="{BB962C8B-B14F-4D97-AF65-F5344CB8AC3E}">
        <p14:creationId xmlns:p14="http://schemas.microsoft.com/office/powerpoint/2010/main" val="17479045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425D335-8F57-4C6B-9F72-50B8AD8373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5500" y="1347787"/>
            <a:ext cx="10441000" cy="4162425"/>
          </a:xfrm>
        </p:spPr>
      </p:pic>
    </p:spTree>
    <p:extLst>
      <p:ext uri="{BB962C8B-B14F-4D97-AF65-F5344CB8AC3E}">
        <p14:creationId xmlns:p14="http://schemas.microsoft.com/office/powerpoint/2010/main" val="19163129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22</TotalTime>
  <Words>78</Words>
  <Application>Microsoft Office PowerPoint</Application>
  <PresentationFormat>Widescreen</PresentationFormat>
  <Paragraphs>11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Calisto MT</vt:lpstr>
      <vt:lpstr>Consolas</vt:lpstr>
      <vt:lpstr>Wingdings 2</vt:lpstr>
      <vt:lpstr>Slate</vt:lpstr>
      <vt:lpstr>Assessment 1: Coding Exercise OUTPUTS</vt:lpstr>
      <vt:lpstr>#1st Exercise: Coding is Cool</vt:lpstr>
      <vt:lpstr>#2nd Exercise: Simple Sums</vt:lpstr>
      <vt:lpstr>#  Exercise 3: Biography </vt:lpstr>
      <vt:lpstr>#Exericse 4: Not so primitive quiz!</vt:lpstr>
      <vt:lpstr>#5 Exercise: Days in a month</vt:lpstr>
      <vt:lpstr>#6 Exercise: Brute Force Attack!</vt:lpstr>
      <vt:lpstr>#6 Exercise: Brute Force Attack!</vt:lpstr>
      <vt:lpstr>#7 Exercise: Some Counting</vt:lpstr>
      <vt:lpstr>#Exercise 8: Search for Sam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Assessment 1: Coding Exercise</dc:title>
  <dc:creator>James</dc:creator>
  <cp:lastModifiedBy>James</cp:lastModifiedBy>
  <cp:revision>3</cp:revision>
  <dcterms:created xsi:type="dcterms:W3CDTF">2025-11-07T16:09:28Z</dcterms:created>
  <dcterms:modified xsi:type="dcterms:W3CDTF">2025-11-07T16:31:42Z</dcterms:modified>
</cp:coreProperties>
</file>